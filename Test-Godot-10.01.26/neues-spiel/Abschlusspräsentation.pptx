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5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AD77EF23-085F-1A49-8D11-DA8A6586722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6"/>
            <p14:sldId id="264"/>
            <p14:sldId id="265"/>
          </p14:sldIdLst>
        </p14:section>
        <p14:section name="Abschnitt ohne Titel" id="{D6E5B3B3-9C90-6D47-9038-5A8ADB77DAD8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211"/>
    <p:restoredTop sz="94700"/>
  </p:normalViewPr>
  <p:slideViewPr>
    <p:cSldViewPr snapToGrid="0">
      <p:cViewPr varScale="1">
        <p:scale>
          <a:sx n="102" d="100"/>
          <a:sy n="102" d="100"/>
        </p:scale>
        <p:origin x="6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585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5349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06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2518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30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7304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91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112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998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4614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2821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04660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8" r:id="rId6"/>
    <p:sldLayoutId id="2147483703" r:id="rId7"/>
    <p:sldLayoutId id="2147483704" r:id="rId8"/>
    <p:sldLayoutId id="2147483705" r:id="rId9"/>
    <p:sldLayoutId id="2147483707" r:id="rId10"/>
    <p:sldLayoutId id="2147483706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pic>
        <p:nvPicPr>
          <p:cNvPr id="4" name="Picture 3" descr="Vektor Hintergrund der spritzenden lebendigen Farben">
            <a:extLst>
              <a:ext uri="{FF2B5EF4-FFF2-40B4-BE49-F238E27FC236}">
                <a16:creationId xmlns:a16="http://schemas.microsoft.com/office/drawing/2014/main" id="{4E8ABE55-D0B8-C875-DF4A-C3E429D394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279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486400"/>
            <a:ext cx="12191999" cy="1371600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87719F0-CDED-4F60-B11C-07B8DD6479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715000"/>
            <a:ext cx="8027544" cy="960120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de-DE" sz="3600" dirty="0"/>
              <a:t>Schellenparty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035DF86-28BA-9CA0-4648-B3FE425573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47585" y="5715000"/>
            <a:ext cx="3630168" cy="960120"/>
          </a:xfrm>
        </p:spPr>
        <p:txBody>
          <a:bodyPr anchor="ctr">
            <a:normAutofit/>
          </a:bodyPr>
          <a:lstStyle/>
          <a:p>
            <a:pPr algn="r"/>
            <a:r>
              <a:rPr lang="de-DE" sz="1800" dirty="0"/>
              <a:t>Flavio Carbone, Leon Scherer</a:t>
            </a:r>
          </a:p>
        </p:txBody>
      </p:sp>
    </p:spTree>
    <p:extLst>
      <p:ext uri="{BB962C8B-B14F-4D97-AF65-F5344CB8AC3E}">
        <p14:creationId xmlns:p14="http://schemas.microsoft.com/office/powerpoint/2010/main" val="32133589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DCCAF5-3B8C-CA15-CA6D-B228CD307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Motivation &amp; Idee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276799-75C7-D36A-AF33-F99125167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u="sng" dirty="0"/>
              <a:t>Fragestellung: </a:t>
            </a:r>
            <a:r>
              <a:rPr lang="de-DE" dirty="0"/>
              <a:t>  Wie kann mit Godot ein browserbasiertes Multiplayerspiel entwickelt werden?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Idee: 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Mehrspieler Wortspiel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Mehrere Spieler in einer Runde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Abwechselnde Spielzüge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Fokus des Projekts: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Spiellogik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Multiplayer Architektur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Netzwerk-</a:t>
            </a:r>
            <a:r>
              <a:rPr lang="de-DE" dirty="0" err="1"/>
              <a:t>komunikation</a:t>
            </a:r>
            <a:endParaRPr lang="de-DE" dirty="0"/>
          </a:p>
          <a:p>
            <a:pPr lvl="1">
              <a:buFont typeface="Symbol" pitchFamily="2" charset="2"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08983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27E36D-0C62-A8B8-D86B-6C3E377BA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Projektziele	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E3988B5-531C-D3FB-D0AB-98EA16B71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Courier New" panose="02070309020205020404" pitchFamily="49" charset="0"/>
              <a:buChar char="o"/>
            </a:pPr>
            <a:endParaRPr lang="de-DE" dirty="0"/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Ziele: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Mehrere Spieler gleichzeitig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Stabiler Multiplayerbetrieb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Server autoritäre Spiellogik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Netzwerkfähigkeit im LAN &amp; Web</a:t>
            </a:r>
          </a:p>
        </p:txBody>
      </p:sp>
    </p:spTree>
    <p:extLst>
      <p:ext uri="{BB962C8B-B14F-4D97-AF65-F5344CB8AC3E}">
        <p14:creationId xmlns:p14="http://schemas.microsoft.com/office/powerpoint/2010/main" val="1403523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AE774A-85CD-F72D-1F24-6C70BC89F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Technologische Grundlage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6908D7-E0F5-AFE9-EEDF-031C69F896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Engine &amp; Sprache: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Godot Engine 4.4</a:t>
            </a:r>
          </a:p>
          <a:p>
            <a:pPr lvl="1">
              <a:buFont typeface="Symbol" pitchFamily="2" charset="2"/>
              <a:buChar char="-"/>
            </a:pPr>
            <a:r>
              <a:rPr lang="de-DE" dirty="0" err="1"/>
              <a:t>GDScript</a:t>
            </a:r>
            <a:endParaRPr lang="de-DE" dirty="0"/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Netzwerk:</a:t>
            </a:r>
          </a:p>
          <a:p>
            <a:pPr lvl="1">
              <a:buFont typeface="Symbol" pitchFamily="2" charset="2"/>
              <a:buChar char="-"/>
            </a:pPr>
            <a:r>
              <a:rPr lang="de-DE" dirty="0" err="1"/>
              <a:t>WebSocketMultiplayerPeer</a:t>
            </a:r>
            <a:endParaRPr lang="de-DE" dirty="0"/>
          </a:p>
          <a:p>
            <a:pPr lvl="1">
              <a:buFont typeface="Symbol" pitchFamily="2" charset="2"/>
              <a:buChar char="-"/>
            </a:pPr>
            <a:r>
              <a:rPr lang="de-DE" dirty="0" err="1"/>
              <a:t>SceneMultiplayer</a:t>
            </a:r>
            <a:endParaRPr lang="de-DE" dirty="0"/>
          </a:p>
          <a:p>
            <a:pPr lvl="1">
              <a:buFont typeface="Symbol" pitchFamily="2" charset="2"/>
              <a:buChar char="-"/>
            </a:pPr>
            <a:r>
              <a:rPr lang="de-DE" dirty="0"/>
              <a:t>RPC-Kommunikation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Betrieb: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Dedicated Server (</a:t>
            </a:r>
            <a:r>
              <a:rPr lang="de-DE" dirty="0" err="1"/>
              <a:t>headless</a:t>
            </a:r>
            <a:r>
              <a:rPr lang="de-DE" dirty="0"/>
              <a:t>)</a:t>
            </a:r>
          </a:p>
          <a:p>
            <a:pPr lvl="1">
              <a:buFont typeface="Symbol" pitchFamily="2" charset="2"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149492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B852D41-C1E7-B36C-B0D5-45A2557F6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6001512" cy="1307592"/>
          </a:xfrm>
        </p:spPr>
        <p:txBody>
          <a:bodyPr>
            <a:normAutofit/>
          </a:bodyPr>
          <a:lstStyle/>
          <a:p>
            <a:r>
              <a:rPr lang="de-DE" dirty="0"/>
              <a:t>Netzwerkarchitektur	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583FD9E-C5A7-96F7-951D-7D292013C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5E937AF-112A-F059-C339-3E5EA7B699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088" y="2231136"/>
            <a:ext cx="6001512" cy="3931920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Architektur: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Client-Server-Modell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Dedicated Server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Mehrere Clients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Prinzip: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Clients senden Anfragen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Server entscheidet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Server synchronisiert</a:t>
            </a:r>
          </a:p>
          <a:p>
            <a:pPr>
              <a:buFont typeface="Courier New" panose="02070309020205020404" pitchFamily="49" charset="0"/>
              <a:buChar char="o"/>
            </a:pPr>
            <a:endParaRPr lang="de-DE" dirty="0"/>
          </a:p>
          <a:p>
            <a:pPr lvl="1">
              <a:buFont typeface="Courier New" panose="02070309020205020404" pitchFamily="49" charset="0"/>
              <a:buChar char="o"/>
            </a:pPr>
            <a:endParaRPr lang="de-DE" dirty="0"/>
          </a:p>
        </p:txBody>
      </p:sp>
      <p:pic>
        <p:nvPicPr>
          <p:cNvPr id="7" name="Grafik 6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972D71A1-F51C-6EF5-0816-ECBBE6EFB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560" y="923558"/>
            <a:ext cx="4202057" cy="5230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2207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15AAA0-725E-CE4F-C8A1-FBF3758FD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Server 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D55404B-7540-A81D-210E-11F573A472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Server ist autoritativ: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Spielzustand liegt nur auf dem Server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Server prüft alle Eingaben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Server verwaltet Turns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Server-Aufgaben: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Spielverwaltung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Wortvalidierung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Turn-Logik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State-Synchronisation</a:t>
            </a:r>
          </a:p>
        </p:txBody>
      </p:sp>
    </p:spTree>
    <p:extLst>
      <p:ext uri="{BB962C8B-B14F-4D97-AF65-F5344CB8AC3E}">
        <p14:creationId xmlns:p14="http://schemas.microsoft.com/office/powerpoint/2010/main" val="3054217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A78A8E-A06D-5C0E-26B8-5CE7CD1DE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Client-Design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EC71B7-1F46-89BF-B058-5D05A28629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Client-Aufgaben: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Benutzeroberfläche anzeigen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Eingaben erfassen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Anfragen an Server senden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Serverzustand darstellen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Wichtig: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Client trifft keine Spielentscheidungen</a:t>
            </a:r>
          </a:p>
        </p:txBody>
      </p:sp>
    </p:spTree>
    <p:extLst>
      <p:ext uri="{BB962C8B-B14F-4D97-AF65-F5344CB8AC3E}">
        <p14:creationId xmlns:p14="http://schemas.microsoft.com/office/powerpoint/2010/main" val="1337447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09CA0E-8B9D-2F92-B1B0-9FA1FA6BF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Netzwerk &amp; RPCs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BDE3A9-C0BA-8CDF-9031-51E2FE633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Kommunikation über RPCs: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Client -&gt; Server: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Wort einrichten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Chat senden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Spiel starten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Server -&gt; Client: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Spielzustand synchronisieren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Turn ansagen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Ergebnisse </a:t>
            </a:r>
            <a:r>
              <a:rPr lang="de-DE" dirty="0" err="1"/>
              <a:t>broad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901925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E1A288-FDA8-4662-345F-BF4B1D7B3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Spiellogik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FA1542-598D-4141-E519-ACFE1054E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Wörter schreiben mit der gegebenen Silbe</a:t>
            </a:r>
          </a:p>
          <a:p>
            <a:r>
              <a:rPr lang="de-DE" dirty="0" err="1"/>
              <a:t>Turned-based</a:t>
            </a:r>
            <a:endParaRPr lang="de-DE" dirty="0"/>
          </a:p>
          <a:p>
            <a:r>
              <a:rPr lang="de-DE" dirty="0" err="1"/>
              <a:t>Timer</a:t>
            </a:r>
            <a:endParaRPr lang="de-DE" dirty="0"/>
          </a:p>
          <a:p>
            <a:r>
              <a:rPr lang="de-DE" dirty="0"/>
              <a:t>Gewinner wird durch Punktzahl festgestellt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81057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1918F9-4E51-DE17-9C08-7AA674A62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Technische Herausforderungen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6FDB1F-6BDB-EE2F-75E7-AED5EDB6A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Probleme während der Entwicklung:</a:t>
            </a:r>
          </a:p>
          <a:p>
            <a:pPr lvl="1">
              <a:buFont typeface="Symbol" pitchFamily="2" charset="2"/>
              <a:buChar char="-"/>
            </a:pPr>
            <a:r>
              <a:rPr lang="de-DE" dirty="0" err="1"/>
              <a:t>Enet</a:t>
            </a:r>
            <a:r>
              <a:rPr lang="de-DE" dirty="0"/>
              <a:t> vs. </a:t>
            </a:r>
            <a:r>
              <a:rPr lang="de-DE" dirty="0" err="1"/>
              <a:t>WebSocket</a:t>
            </a:r>
            <a:endParaRPr lang="de-DE" dirty="0"/>
          </a:p>
          <a:p>
            <a:pPr lvl="1">
              <a:buFont typeface="Symbol" pitchFamily="2" charset="2"/>
              <a:buChar char="-"/>
            </a:pPr>
            <a:r>
              <a:rPr lang="de-DE" dirty="0" err="1"/>
              <a:t>Headless</a:t>
            </a:r>
            <a:r>
              <a:rPr lang="de-DE" dirty="0"/>
              <a:t>-Server-starten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RPC-Synchronisation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Ressourcenpfade im Server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Client/Server-Trennung</a:t>
            </a:r>
          </a:p>
        </p:txBody>
      </p:sp>
    </p:spTree>
    <p:extLst>
      <p:ext uri="{BB962C8B-B14F-4D97-AF65-F5344CB8AC3E}">
        <p14:creationId xmlns:p14="http://schemas.microsoft.com/office/powerpoint/2010/main" val="22305512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E211D4-9DC4-CB8F-C61E-060EA20A7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Lösungen &amp; </a:t>
            </a:r>
            <a:r>
              <a:rPr lang="de-DE" dirty="0" err="1"/>
              <a:t>LEarnings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6CE333C-5143-A555-1739-FCAC62E57A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Courier New" panose="02070309020205020404" pitchFamily="49" charset="0"/>
              <a:buChar char="o"/>
            </a:pPr>
            <a:r>
              <a:rPr lang="de-DE" dirty="0"/>
              <a:t>Was wurde gelernt?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Bedeutung server-autoritativer Logik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RPCs als Netzwerk-Nachrichten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Debugging von Multiplayer-Systemen</a:t>
            </a:r>
          </a:p>
          <a:p>
            <a:pPr lvl="1">
              <a:buFont typeface="Symbol" pitchFamily="2" charset="2"/>
              <a:buChar char="-"/>
            </a:pPr>
            <a:r>
              <a:rPr lang="de-DE" dirty="0"/>
              <a:t>Trennung von </a:t>
            </a:r>
            <a:r>
              <a:rPr lang="de-DE" dirty="0" err="1"/>
              <a:t>Zustädnigkeiten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0428768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220</Words>
  <Application>Microsoft Office PowerPoint</Application>
  <PresentationFormat>Breitbild</PresentationFormat>
  <Paragraphs>84</Paragraphs>
  <Slides>11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7" baseType="lpstr">
      <vt:lpstr>Arial</vt:lpstr>
      <vt:lpstr>Calisto MT</vt:lpstr>
      <vt:lpstr>Courier New</vt:lpstr>
      <vt:lpstr>Symbol</vt:lpstr>
      <vt:lpstr>Univers Condensed</vt:lpstr>
      <vt:lpstr>ChronicleVTI</vt:lpstr>
      <vt:lpstr>Schellenparty</vt:lpstr>
      <vt:lpstr>Motivation &amp; Idee</vt:lpstr>
      <vt:lpstr>Projektziele </vt:lpstr>
      <vt:lpstr>Technologische Grundlage</vt:lpstr>
      <vt:lpstr>Netzwerkarchitektur </vt:lpstr>
      <vt:lpstr>Server Design</vt:lpstr>
      <vt:lpstr>Client-Design</vt:lpstr>
      <vt:lpstr>Netzwerk &amp; RPCs</vt:lpstr>
      <vt:lpstr>Spiellogik</vt:lpstr>
      <vt:lpstr>Technische Herausforderungen</vt:lpstr>
      <vt:lpstr>Lösungen &amp; LEarnings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Leon Scherer</dc:creator>
  <cp:lastModifiedBy>Flavio Carbone</cp:lastModifiedBy>
  <cp:revision>13</cp:revision>
  <dcterms:created xsi:type="dcterms:W3CDTF">2026-01-16T13:06:24Z</dcterms:created>
  <dcterms:modified xsi:type="dcterms:W3CDTF">2026-01-18T16:19:08Z</dcterms:modified>
</cp:coreProperties>
</file>
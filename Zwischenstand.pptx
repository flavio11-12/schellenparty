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41579C-73C8-984C-80B2-A163F1C41E95}" type="datetimeFigureOut">
              <a:rPr lang="de-DE" smtClean="0"/>
              <a:t>07.12.25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1E969-EC79-B341-8E49-ECC8D6E385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07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77D9C78-2D2C-0941-8AA2-02D22F912D60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BBE5-8078-1B4D-BB9D-6672C111E152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96F89F3-984B-1040-909A-13454C37DB4B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A55A-F520-B345-8A50-FCADDA62F1DF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44DB-791A-1540-801E-10D3CD7CD822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23ED-A134-994E-8219-E02C77C328B7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5A0F-A957-8F48-A17A-4D67F87C8602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ECAF8-249B-4048-91F4-C1586CAD722A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92EFF-32FA-6C49-A205-83163BDEE16F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FD764-D746-5C47-A9B7-2D0A306921E6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F2FFCC-D5C3-EC48-8549-771B8F5F3D56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964C61A-959C-A444-BF13-C4A9573E15A9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F3FA42A-B957-EC44-A71E-C18969E4E940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86FF-A53E-144F-A778-051595E3AD5B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7706-779C-BB47-9BB3-AF86AEC3799C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C1093-1968-E248-B8D4-C66B046D3962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B3C54C-6F02-6343-8A82-DBEA9CAEB13B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F2794-5EF2-134E-9C5F-1BB2463BCE0C}" type="datetime1">
              <a:rPr lang="de-DE" smtClean="0"/>
              <a:t>07.12.25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FFE78-B753-AAF6-D2B4-68AFA3DEBE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Schellenparty	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1F981B-E37B-EAAB-FF64-35CFB125FB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Projektfortschritt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8292A6-051D-03C3-E672-D1CF3B7E7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1B8413-27D7-B25E-CA11-5BE31360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5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72796E-EE47-4A08-A5E5-FE51C40C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 des </a:t>
            </a:r>
            <a:r>
              <a:rPr lang="de-DE" dirty="0" err="1"/>
              <a:t>projekts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1A9499-6C72-15D7-8990-8CB6860D0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u="sng" dirty="0"/>
              <a:t>Fragestellung: </a:t>
            </a:r>
            <a:r>
              <a:rPr lang="de-DE" dirty="0"/>
              <a:t>  Wie kann mit Godot ein browserbasiertes Multiplayerspiel entwickelt werden?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Technische Ziele:</a:t>
            </a:r>
            <a:endParaRPr lang="de-DE" u="sng" dirty="0"/>
          </a:p>
          <a:p>
            <a:r>
              <a:rPr lang="de-DE" dirty="0"/>
              <a:t>Browserbasierter Client (Godot Webexport)</a:t>
            </a:r>
          </a:p>
          <a:p>
            <a:r>
              <a:rPr lang="de-DE" dirty="0" err="1"/>
              <a:t>Node.js</a:t>
            </a:r>
            <a:r>
              <a:rPr lang="de-DE" dirty="0"/>
              <a:t> Websocket-Server</a:t>
            </a:r>
          </a:p>
          <a:p>
            <a:r>
              <a:rPr lang="de-DE" dirty="0"/>
              <a:t>Lobby-System	</a:t>
            </a:r>
          </a:p>
          <a:p>
            <a:r>
              <a:rPr lang="de-DE" dirty="0"/>
              <a:t>Central Game-State</a:t>
            </a:r>
          </a:p>
          <a:p>
            <a:r>
              <a:rPr lang="de-DE" dirty="0"/>
              <a:t>Synchronisation zwischen allen Spielern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9D7B47-8B63-A73D-A725-F48B3255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Flavio Carbone &amp; Leon Scherer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59F322-3BF1-2D8E-073B-B967B382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08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6C5B4-62A2-E5F1-66B2-940F39F30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56DB3-EAB6-E9FE-3560-FC0AA21AE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 des </a:t>
            </a:r>
            <a:r>
              <a:rPr lang="de-DE" dirty="0" err="1"/>
              <a:t>projekts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B4BFC4-F75B-8640-0D64-7E7EE88B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Gameplay Ziele:</a:t>
            </a:r>
          </a:p>
          <a:p>
            <a:r>
              <a:rPr lang="de-DE" dirty="0"/>
              <a:t>Kurze &amp; schnelle Runden</a:t>
            </a:r>
          </a:p>
          <a:p>
            <a:r>
              <a:rPr lang="de-DE" dirty="0"/>
              <a:t>Reaktionsbasiert</a:t>
            </a:r>
          </a:p>
          <a:p>
            <a:r>
              <a:rPr lang="de-DE" dirty="0"/>
              <a:t>Spaß/Partyspiel-Charakter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C0644F-54B3-A6A8-0904-F3F9A067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Flavio Carbone &amp; Leon Scherer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BA41FA-347C-13ED-C6F1-515E8B76F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6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163C-03E3-47EB-6982-7FF9F14B9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E2AAD-0459-4B8D-A651-8846E270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Theoretische Grundlagen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3B151F-7190-A14A-6C4A-79028475F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Client-Server Multiplayer-Architektur</a:t>
            </a:r>
          </a:p>
          <a:p>
            <a:r>
              <a:rPr lang="de-DE" dirty="0" err="1"/>
              <a:t>Unicast</a:t>
            </a:r>
            <a:endParaRPr lang="de-DE" dirty="0"/>
          </a:p>
          <a:p>
            <a:r>
              <a:rPr lang="de-DE" dirty="0"/>
              <a:t>Central Game-State</a:t>
            </a:r>
          </a:p>
          <a:p>
            <a:r>
              <a:rPr lang="de-DE" dirty="0"/>
              <a:t>Echtzeitkommunikation mit </a:t>
            </a:r>
            <a:r>
              <a:rPr lang="de-DE" dirty="0" err="1"/>
              <a:t>WebSockets</a:t>
            </a:r>
            <a:endParaRPr lang="de-DE" dirty="0"/>
          </a:p>
          <a:p>
            <a:r>
              <a:rPr lang="de-DE" dirty="0"/>
              <a:t>Godot als Webclient</a:t>
            </a:r>
          </a:p>
          <a:p>
            <a:r>
              <a:rPr lang="de-DE" dirty="0" err="1"/>
              <a:t>Node.js</a:t>
            </a:r>
            <a:r>
              <a:rPr lang="de-DE" dirty="0"/>
              <a:t> Server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5C0D96-A589-68C8-6937-D95BC78B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Flavio Carbone &amp; Leon Scherer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5C3068-1DC9-45AD-2169-83AE78E3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53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89753-85A6-24A8-850E-DA114FF2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0FD486-AE50-A9D0-1DFE-E857D1A6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Zwischenstand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CF66DD-C665-4F85-E58A-DE2E7647A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Server-Seite:</a:t>
            </a:r>
          </a:p>
          <a:p>
            <a:r>
              <a:rPr lang="de-DE" dirty="0" err="1"/>
              <a:t>Node.js</a:t>
            </a:r>
            <a:r>
              <a:rPr lang="de-DE" dirty="0"/>
              <a:t> eingerichtet</a:t>
            </a:r>
          </a:p>
          <a:p>
            <a:r>
              <a:rPr lang="de-DE" dirty="0"/>
              <a:t>Websocket- Verbindungen möglich (noch nicht getestet)</a:t>
            </a:r>
          </a:p>
          <a:p>
            <a:r>
              <a:rPr lang="de-DE" dirty="0"/>
              <a:t>Basis-Lobby-Logik in Planung (noch nicht angefangen)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Client-Seite:</a:t>
            </a:r>
          </a:p>
          <a:p>
            <a:r>
              <a:rPr lang="de-DE" dirty="0"/>
              <a:t>Godot </a:t>
            </a:r>
            <a:r>
              <a:rPr lang="de-DE" dirty="0" err="1"/>
              <a:t>WebSocket</a:t>
            </a:r>
            <a:r>
              <a:rPr lang="de-DE" dirty="0"/>
              <a:t> Client </a:t>
            </a:r>
            <a:r>
              <a:rPr lang="de-DE" dirty="0" err="1"/>
              <a:t>verbindung</a:t>
            </a:r>
            <a:r>
              <a:rPr lang="de-DE" dirty="0"/>
              <a:t> noch nicht getestet</a:t>
            </a:r>
          </a:p>
          <a:p>
            <a:r>
              <a:rPr lang="de-DE" dirty="0"/>
              <a:t>UI-Entwürfe begonnen</a:t>
            </a:r>
          </a:p>
          <a:p>
            <a:r>
              <a:rPr lang="de-DE" dirty="0"/>
              <a:t>Spiellogik getestet und funktioniert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4C643D-E47B-3160-1CE1-AF9398BA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Flavio Carbone &amp; Leon Scherer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1EEF26-B350-26E7-43BB-09683B66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0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65523-B08C-4757-1B16-7438326A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0BDF9-616E-40CF-CFD7-2EE060B6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1F5014-5581-4D1A-428F-2428A613B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Node.js</a:t>
            </a:r>
            <a:r>
              <a:rPr lang="de-DE" dirty="0"/>
              <a:t> </a:t>
            </a:r>
            <a:r>
              <a:rPr lang="de-DE" dirty="0" err="1"/>
              <a:t>WebSocket</a:t>
            </a:r>
            <a:r>
              <a:rPr lang="de-DE" dirty="0"/>
              <a:t>-Server fertigstellen und Verbindungen testen</a:t>
            </a:r>
          </a:p>
          <a:p>
            <a:r>
              <a:rPr lang="de-DE" dirty="0"/>
              <a:t>Godot-Client sauber anbinden</a:t>
            </a:r>
          </a:p>
          <a:p>
            <a:r>
              <a:rPr lang="de-DE" dirty="0"/>
              <a:t>Lobby-System anbinden</a:t>
            </a:r>
          </a:p>
          <a:p>
            <a:r>
              <a:rPr lang="de-DE" dirty="0"/>
              <a:t>Central </a:t>
            </a:r>
            <a:r>
              <a:rPr lang="de-DE" dirty="0" err="1"/>
              <a:t>GameState</a:t>
            </a:r>
            <a:r>
              <a:rPr lang="de-DE" dirty="0"/>
              <a:t>-Management vorbereiten</a:t>
            </a:r>
          </a:p>
          <a:p>
            <a:r>
              <a:rPr lang="de-DE" dirty="0"/>
              <a:t>Erste Tests</a:t>
            </a:r>
          </a:p>
          <a:p>
            <a:r>
              <a:rPr lang="de-DE"/>
              <a:t>UI verfeinern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E197FD-566B-9C73-A56D-BF196184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Flavio Carbone &amp; Leon Scherer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905AFE-3637-FEB5-929A-547069AAE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28297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sstreife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Kondensstreifen</Template>
  <TotalTime>0</TotalTime>
  <Words>161</Words>
  <Application>Microsoft Macintosh PowerPoint</Application>
  <PresentationFormat>Breitbild</PresentationFormat>
  <Paragraphs>52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Arial</vt:lpstr>
      <vt:lpstr>Century Gothic</vt:lpstr>
      <vt:lpstr>Kondensstreifen</vt:lpstr>
      <vt:lpstr>Schellenparty </vt:lpstr>
      <vt:lpstr>Ziele des projekts</vt:lpstr>
      <vt:lpstr>Ziele des projekts</vt:lpstr>
      <vt:lpstr>Theoretische Grundlagen</vt:lpstr>
      <vt:lpstr>Zwischenstand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Scherer</dc:creator>
  <cp:lastModifiedBy>Leon Scherer</cp:lastModifiedBy>
  <cp:revision>1</cp:revision>
  <dcterms:created xsi:type="dcterms:W3CDTF">2025-12-07T18:22:58Z</dcterms:created>
  <dcterms:modified xsi:type="dcterms:W3CDTF">2025-12-07T19:46:53Z</dcterms:modified>
</cp:coreProperties>
</file>